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08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9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Telecom Customer Churn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why customers leave — and how to keep them.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7594"/>
            <a:ext cx="43466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Introduction to the Project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053182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1949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7,043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150145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customers analyzed in this study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011784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637877" y="21535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46005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the key reasons behind customer churn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97038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112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Goal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4186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customer retention and business revenue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928988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637877" y="40707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Industry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7877" y="437725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Telecom sector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33376"/>
            <a:ext cx="440367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Tools &amp; Technologies Used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5988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Python &amp; Pandas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566392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manipulation and statistical analysis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25988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SQL &amp; MySQL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2566392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Querying and managing customer datasets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076724"/>
            <a:ext cx="1775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Matplotlib &amp; Seaborn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3383235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Visualizing churn patterns and trends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3383235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analysis and reporting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4321"/>
            <a:ext cx="54525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Q1: Overall Customer Churn Rate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3937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216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68488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26.5% churn rate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approximately 1 in 4 customers leaves the company, causing significant revenue loss.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843933"/>
            <a:ext cx="2622724" cy="775246"/>
          </a:xfrm>
          <a:prstGeom prst="roundRect">
            <a:avLst>
              <a:gd name="adj" fmla="val 11795"/>
            </a:avLst>
          </a:prstGeom>
          <a:solidFill>
            <a:srgbClr val="F3F3F7"/>
          </a:solidFill>
          <a:ln w="19050">
            <a:solidFill>
              <a:srgbClr val="C6C6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7069" y="3843933"/>
            <a:ext cx="76200" cy="775246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8" name="Text 5"/>
          <p:cNvSpPr/>
          <p:nvPr/>
        </p:nvSpPr>
        <p:spPr>
          <a:xfrm>
            <a:off x="714077" y="400474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Reducing churn by just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5%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 significantly increase profits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3843933"/>
            <a:ext cx="2622724" cy="775246"/>
          </a:xfrm>
          <a:prstGeom prst="roundRect">
            <a:avLst>
              <a:gd name="adj" fmla="val 11795"/>
            </a:avLst>
          </a:prstGeom>
          <a:solidFill>
            <a:srgbClr val="F3F3F7"/>
          </a:solidFill>
          <a:ln w="19050">
            <a:solidFill>
              <a:srgbClr val="C6C6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1551" y="3843933"/>
            <a:ext cx="76200" cy="775246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1" name="Text 8"/>
          <p:cNvSpPr/>
          <p:nvPr/>
        </p:nvSpPr>
        <p:spPr>
          <a:xfrm>
            <a:off x="3478560" y="400474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costs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acquiring new customers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25083" y="3843933"/>
            <a:ext cx="2622724" cy="775246"/>
          </a:xfrm>
          <a:prstGeom prst="roundRect">
            <a:avLst>
              <a:gd name="adj" fmla="val 11795"/>
            </a:avLst>
          </a:prstGeom>
          <a:solidFill>
            <a:srgbClr val="F3F3F7"/>
          </a:solidFill>
          <a:ln w="19050">
            <a:solidFill>
              <a:srgbClr val="C6C6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06033" y="3843933"/>
            <a:ext cx="76200" cy="775246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4" name="Text 11"/>
          <p:cNvSpPr/>
          <p:nvPr/>
        </p:nvSpPr>
        <p:spPr>
          <a:xfrm>
            <a:off x="6243042" y="400474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retention drives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growth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4200"/>
            <a:ext cx="45237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Q2: Contract Type &amp; Churn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9258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15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44762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Month-to-month customers are the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highest-risk group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Long-term contracts dramatically improve loyalty — two-year plans see only ~3% churn.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9669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33017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 discounts on yearly subscriptions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 loyalty rewards for long-term users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annual plans aggressively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0793"/>
            <a:ext cx="4979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Q3: Monthly Charges &amp; Churn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85851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6681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031355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Higher-paying customers churn more frequently —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$74 avg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$61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retained customers. Expensive plans increase churn probability when customers don't perceive enough value.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08037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44358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 personalized discounts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premium service quality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 affordable bundled plans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0793"/>
            <a:ext cx="49593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Q4: Payment Method &amp; Churn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85851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6681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031355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Electronic check users have the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churn rate at ~45%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Automatic payment users are significantly more loyal, suggesting payment experience directly affects retention.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08037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44358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Encourage automatic payments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 cashback for auto-pay setup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digital payment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4200"/>
            <a:ext cx="51754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Q5: Technical Support &amp; Churn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9258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15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44762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support dramatically reduces churn — from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42%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15%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Support services increase customer trust and customers value quick problem resolution.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9669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33017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 free tech support trials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customer service response time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support features to users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457274"/>
            <a:ext cx="353682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Overall Project Findings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870871" y="1020440"/>
            <a:ext cx="4831259" cy="927571"/>
          </a:xfrm>
          <a:prstGeom prst="roundRect">
            <a:avLst>
              <a:gd name="adj" fmla="val 7394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56583" y="1020440"/>
            <a:ext cx="57150" cy="927571"/>
          </a:xfrm>
          <a:prstGeom prst="roundRect">
            <a:avLst>
              <a:gd name="adj" fmla="val 33140"/>
            </a:avLst>
          </a:prstGeom>
          <a:solidFill>
            <a:srgbClr val="101014"/>
          </a:solidFill>
          <a:ln/>
        </p:spPr>
      </p:sp>
      <p:sp>
        <p:nvSpPr>
          <p:cNvPr id="6" name="Text 3"/>
          <p:cNvSpPr/>
          <p:nvPr/>
        </p:nvSpPr>
        <p:spPr>
          <a:xfrm>
            <a:off x="4054227" y="116093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Pricing &amp; Contracts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4227" y="1425625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Month-to-month customers are the most vulnerable segment. Long-term contracts significantly reduce churn.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70871" y="2060451"/>
            <a:ext cx="4831259" cy="736625"/>
          </a:xfrm>
          <a:prstGeom prst="roundRect">
            <a:avLst>
              <a:gd name="adj" fmla="val 9310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56583" y="2060451"/>
            <a:ext cx="57150" cy="736625"/>
          </a:xfrm>
          <a:prstGeom prst="roundRect">
            <a:avLst>
              <a:gd name="adj" fmla="val 33140"/>
            </a:avLst>
          </a:prstGeom>
          <a:solidFill>
            <a:srgbClr val="101014"/>
          </a:solidFill>
          <a:ln/>
        </p:spPr>
      </p:sp>
      <p:sp>
        <p:nvSpPr>
          <p:cNvPr id="10" name="Text 7"/>
          <p:cNvSpPr/>
          <p:nvPr/>
        </p:nvSpPr>
        <p:spPr>
          <a:xfrm>
            <a:off x="4054227" y="220094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Payment Methods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54227" y="2465636"/>
            <a:ext cx="450740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Electronic check users churn at ~45%; automatic payments improve loyalty.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70871" y="2909515"/>
            <a:ext cx="4831259" cy="736625"/>
          </a:xfrm>
          <a:prstGeom prst="roundRect">
            <a:avLst>
              <a:gd name="adj" fmla="val 9310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56583" y="2909515"/>
            <a:ext cx="57150" cy="736625"/>
          </a:xfrm>
          <a:prstGeom prst="roundRect">
            <a:avLst>
              <a:gd name="adj" fmla="val 33140"/>
            </a:avLst>
          </a:prstGeom>
          <a:solidFill>
            <a:srgbClr val="101014"/>
          </a:solidFill>
          <a:ln/>
        </p:spPr>
      </p:sp>
      <p:sp>
        <p:nvSpPr>
          <p:cNvPr id="14" name="Text 11"/>
          <p:cNvSpPr/>
          <p:nvPr/>
        </p:nvSpPr>
        <p:spPr>
          <a:xfrm>
            <a:off x="4054227" y="305000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Support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4227" y="3314700"/>
            <a:ext cx="450740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services reduce churn from 42% to 15%, building customer trust.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70871" y="3758580"/>
            <a:ext cx="4831259" cy="927571"/>
          </a:xfrm>
          <a:prstGeom prst="roundRect">
            <a:avLst>
              <a:gd name="adj" fmla="val 7394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56583" y="3758580"/>
            <a:ext cx="57150" cy="927571"/>
          </a:xfrm>
          <a:prstGeom prst="roundRect">
            <a:avLst>
              <a:gd name="adj" fmla="val 33140"/>
            </a:avLst>
          </a:prstGeom>
          <a:solidFill>
            <a:srgbClr val="101014"/>
          </a:solidFill>
          <a:ln/>
        </p:spPr>
      </p:sp>
      <p:sp>
        <p:nvSpPr>
          <p:cNvPr id="18" name="Text 15"/>
          <p:cNvSpPr/>
          <p:nvPr/>
        </p:nvSpPr>
        <p:spPr>
          <a:xfrm>
            <a:off x="4054227" y="3899074"/>
            <a:ext cx="166077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Data-Driven Decisions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054227" y="4163764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strategies on pricing, contracts, and support can reduce churn and increase revenue.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62" y="417016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Final Conclusion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65162" y="1019175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514983" y="1044104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88727" y="106479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Analysis Complete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727" y="1347192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analyzed telecom customer churn using Python and SQL across 7,043 customers.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5162" y="2008287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514983" y="2033215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88727" y="2053903"/>
            <a:ext cx="167439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Factors Identified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8727" y="2336304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 type, monthly charges, payment method, and technical support are the primary drivers of customer loss.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5162" y="2997398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sp>
        <p:nvSpPr>
          <p:cNvPr id="13" name="Text 10"/>
          <p:cNvSpPr/>
          <p:nvPr/>
        </p:nvSpPr>
        <p:spPr>
          <a:xfrm>
            <a:off x="514983" y="3022327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88727" y="304301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Actionable Strategies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8727" y="3325416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 business strategies to reduce churn by improving customer experience and retention.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5162" y="398651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sp>
        <p:nvSpPr>
          <p:cNvPr id="17" name="Text 14"/>
          <p:cNvSpPr/>
          <p:nvPr/>
        </p:nvSpPr>
        <p:spPr>
          <a:xfrm>
            <a:off x="514983" y="401143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88727" y="403212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Skills Demonstrated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8727" y="4314527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data analysis and business problem-solving applied to a real-world telecom challenge.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473</Words>
  <Application>Microsoft Office PowerPoint</Application>
  <PresentationFormat>On-screen Show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Open Sans</vt:lpstr>
      <vt:lpstr>Playfair Display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ABHISHEK TIWARI</cp:lastModifiedBy>
  <cp:revision>4</cp:revision>
  <dcterms:created xsi:type="dcterms:W3CDTF">2026-05-07T21:10:27Z</dcterms:created>
  <dcterms:modified xsi:type="dcterms:W3CDTF">2026-05-11T20:58:18Z</dcterms:modified>
</cp:coreProperties>
</file>